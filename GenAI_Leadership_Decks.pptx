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Enterprise-Approved GenAI Tools (Deck 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Microsoft Copilot (M365 Copilot)</a:t>
            </a:r>
          </a:p>
          <a:p>
            <a:pPr/>
            <a:r>
              <a:t>GitHub Copilot (Enterprise Cloud)</a:t>
            </a:r>
          </a:p>
          <a:p>
            <a:pPr/>
            <a:r>
              <a:t>ChatGPT Enterprise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Productivity Capabilities (Deck 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Faster content creation and summarization</a:t>
            </a:r>
          </a:p>
          <a:p>
            <a:pPr/>
            <a:r>
              <a:t>Enterprise knowledge retrieval</a:t>
            </a:r>
          </a:p>
          <a:p>
            <a:pPr/>
            <a:r>
              <a:t>Accelerated software development</a:t>
            </a:r>
          </a:p>
          <a:p>
            <a:pPr/>
            <a:r>
              <a:t>Safe access to approved LLM families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Controls - Current State (Deck 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Entra ID Conditional Access; tenant restrictions</a:t>
            </a:r>
          </a:p>
          <a:p>
            <a:pPr/>
            <a:r>
              <a:t>Zscaler proxy logging and routing</a:t>
            </a:r>
          </a:p>
          <a:p>
            <a:pPr/>
            <a:r>
              <a:t>DLP in place; SaaS-native content filtering</a:t>
            </a:r>
          </a:p>
          <a:p>
            <a:pPr/>
            <a:r>
              <a:t>Prompt/response logging; token metering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Risk Management (Deck 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Model Governance-approved LLMs</a:t>
            </a:r>
          </a:p>
          <a:p>
            <a:pPr/>
            <a:r>
              <a:t>Vendor trust boundaries reviewed</a:t>
            </a:r>
          </a:p>
          <a:p>
            <a:pPr/>
            <a:r>
              <a:t>Enterprise-wide monitoring and 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Enterprise-Approved GenAI Tools (Deck 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Microsoft Copilot (M365 Copilot)</a:t>
            </a:r>
          </a:p>
          <a:p>
            <a:pPr/>
            <a:r>
              <a:t>GitHub Copilot (Enterprise Cloud)</a:t>
            </a:r>
          </a:p>
          <a:p>
            <a:pPr/>
            <a:r>
              <a:t>ChatGPT Enterprise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Productivity Capabilities (Deck 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Productivity acceleration</a:t>
            </a:r>
          </a:p>
          <a:p>
            <a:pPr/>
            <a:r>
              <a:t>Enterprise knowledge retrieval</a:t>
            </a:r>
          </a:p>
          <a:p>
            <a:pPr/>
            <a:r>
              <a:t>Advanced reasoning with GPT-5 family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Controls - Current State (Deck 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Identity, access, and egress controls</a:t>
            </a:r>
          </a:p>
          <a:p>
            <a:pPr/>
            <a:r>
              <a:t>DLP, tenant restrictions, Zscaler proxy</a:t>
            </a:r>
          </a:p>
          <a:p>
            <a:pPr/>
            <a:r>
              <a:t>Audit logging and metering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Hardening Roadmap (Deck 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Purview integration</a:t>
            </a:r>
          </a:p>
          <a:p>
            <a:pPr/>
            <a:r>
              <a:t>Expanded DLP coverage</a:t>
            </a:r>
          </a:p>
          <a:p>
            <a:pPr/>
            <a:r>
              <a:t>Unified AI usage dashboard</a:t>
            </a:r>
          </a:p>
          <a:p>
            <a:pPr/>
            <a:r>
              <a:t>Risk classification and anomaly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
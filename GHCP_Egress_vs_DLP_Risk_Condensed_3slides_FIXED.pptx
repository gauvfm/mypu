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VS Code GitHub Copilot from SageMaker Studio: Egress vs DLP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Problem Statement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SageMaker Studio (Interactive) hosts VS Code for data scientists and engineers.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GitHub Copilot requires outbound HTTPS (TCP 443) access to GitHub + Copilot endpoints.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Current approach: Zscaler Internet Access (ZIA) with domain-level allowlisting (no TLS inspection).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Concern: domain allowlisting enables unintended data egress paths and weakens content-based DLP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371600"/>
            <a:ext cx="2926080" cy="777240"/>
          </a:xfrm>
          <a:prstGeom prst="roundRect">
            <a:avLst/>
          </a:prstGeom>
          <a:solidFill>
            <a:srgbClr val="D2E6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SageMaker Studio</a:t>
            </a:r>
            <a:br/>
            <a:r>
              <a:t>(VS Code)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2514600"/>
            <a:ext cx="2926080" cy="777240"/>
          </a:xfrm>
          <a:prstGeom prst="roundRect">
            <a:avLst/>
          </a:prstGeom>
          <a:solidFill>
            <a:srgbClr val="EBEBE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Zscaler (ZIA)</a:t>
            </a:r>
            <a:br/>
            <a:r>
              <a:t>Domain Allowlist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3657600"/>
            <a:ext cx="2926080" cy="777240"/>
          </a:xfrm>
          <a:prstGeom prst="roundRect">
            <a:avLst/>
          </a:prstGeom>
          <a:solidFill>
            <a:srgbClr val="FFDDBE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Internet Services</a:t>
            </a:r>
            <a:br/>
            <a:r>
              <a:t>(GitHub + Copilot)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0.0" y="2148840"/>
            <a:ext cx="0.0" cy="36576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32320.0" y="3291840"/>
            <a:ext cx="0.0" cy="36576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669280" y="3611880"/>
            <a:ext cx="29260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Key Egress Domains</a:t>
            </a:r>
          </a:p>
          <a:p>
            <a:pPr lvl="1">
              <a:defRPr sz="1200" b="0">
                <a:solidFill>
                  <a:srgbClr val="000000"/>
                </a:solidFill>
              </a:defRPr>
            </a:pPr>
            <a:r>
              <a:t>github.com</a:t>
            </a:r>
          </a:p>
          <a:p>
            <a:pPr lvl="1">
              <a:defRPr sz="1200" b="0">
                <a:solidFill>
                  <a:srgbClr val="000000"/>
                </a:solidFill>
              </a:defRPr>
            </a:pPr>
            <a:r>
              <a:t>api.github.com</a:t>
            </a:r>
          </a:p>
          <a:p>
            <a:pPr lvl="1">
              <a:defRPr sz="1200" b="0">
                <a:solidFill>
                  <a:srgbClr val="000000"/>
                </a:solidFill>
              </a:defRPr>
            </a:pPr>
            <a:r>
              <a:t>*.githubcopilot.com</a:t>
            </a:r>
          </a:p>
          <a:p>
            <a:pPr lvl="1">
              <a:defRPr sz="1200" b="0">
                <a:solidFill>
                  <a:srgbClr val="000000"/>
                </a:solidFill>
              </a:defRPr>
            </a:pPr>
            <a:r>
              <a:t>copilot-proxy.githubusercontent.com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Why this is a DLP Risk (What Can Go Wrong)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Control gap with no TLS inspection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Proxy sees only destination domain, not the content inside encrypted HTTPS traffic.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Content-based DLP (PII/IP, regulated data) becomes largely ineffective on these flows.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Exfiltration paths enabled by domain allowlisting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Users can authenticate to personal GitHub accounts (repo/gist/issues/uploads).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GitHub API can create repos/commits and upload content programmatically.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Copilot prompts may unintentionally include proprietary code, secrets, or regulated data.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Impact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Loss of source code/IP, leakage of customer data, compliance violations, incident response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17720"/>
            <a:ext cx="3931920" cy="1143000"/>
          </a:xfrm>
          <a:prstGeom prst="roundRect">
            <a:avLst/>
          </a:prstGeom>
          <a:solidFill>
            <a:srgbClr val="FFF0F0"/>
          </a:solidFill>
          <a:ln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Example 1 (UI)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t>Copy sensitive code/data → push to personal GitHub repo/gist over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4617720"/>
            <a:ext cx="3931920" cy="1143000"/>
          </a:xfrm>
          <a:prstGeom prst="roundRect">
            <a:avLst/>
          </a:prstGeom>
          <a:solidFill>
            <a:srgbClr val="EBF5FF"/>
          </a:solidFill>
          <a:ln>
            <a:solidFill>
              <a:srgbClr val="3C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Example 2 (API)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t>Script uses api.github.com to create repo + commit files (bypasses browser controls)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t>Recommended Controls (Pragmatic Options)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Option A — Accept risk (fastest)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Keep domain allowlist; document residual risk and limit use cases/data classes.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Option B — TLS inspection ONLY for GitHub/Copilot (best security)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Enable inspection for GitHub/Copilot domains; apply DLP patterns, block secrets/PII.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Use granular policy based on identity, app, and content.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Option C — Enforce enterprise-only GitHub access (strong identity)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Use GitHub Enterprise Managed Users / enterprise restrictions where feasible.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Reduce likelihood of personal-account exfil from managed environments.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Baseline hardening (do regardless)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Restrict who can enable Copilot; define safe-use policy for sensitive repos.</a:t>
            </a:r>
          </a:p>
          <a:p>
            <a:pPr lvl="1">
              <a:defRPr sz="1600" b="0">
                <a:solidFill>
                  <a:srgbClr val="000000"/>
                </a:solidFill>
              </a:defRPr>
            </a:pPr>
            <a:r>
              <a:t>Monitor outbound volume/anomalies; audit Copilot usage and endpoints.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892040"/>
            <a:ext cx="80467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Decision: Speed vs Control. Without TLS inspection, strong DLP prevention is inherently limited.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
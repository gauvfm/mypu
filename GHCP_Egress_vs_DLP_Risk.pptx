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https://docs.github.com/en/copilot/reference/copilot-allowlist-reference (required allowlist domains for Copilot)
- https://www.awsicon.com/icon/sagemaker (SageMaker icon used on this slide)
- https://www.awsicon.com/static/images/Service-Icons/Analytics/64/png5x/SageMaker.png (SageMaker icon file)
- https://seeklogo.com/images/Z/zscaler-logo-D039667E12-seeklogo.com.png (Zscaler logo image)
- https://bootflare.com/wp-content/uploads/2025/08/GitHub-Copilot-icon-Logo.png (GitHub Copilot icon image)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https://docs.github.com/en/copilot/reference/copilot-allowlist-reference (Copilot requires outbound access to GitHub/Copilot domains)
- https://www.zscaler.com/blogs/company-news/making-case-inspecting-corporate-ssl-traffic (encrypted channels can be used to circumvent DLP; inspection needed)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https://docs.github.com/en/copilot/reference/copilot-allowlist-reference (table of required Copilot allowlist domains)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https://docs.github.com/en/copilot/reference/copilot-allowlist-reference (Copilot requires allowlisting GitHub/Copilot endpoints)
- https://www.zscaler.com/resources/reference-architectures/tls-ssl-inspection-zscaler-internet-access.pdf (without decryption/inspection you are blind to many threats; DLP relies on decryption)
- https://www.awsicon.com/static/images/Service-Icons/Analytics/64/png5x/SageMaker.png (SageMaker icon image)
- https://seeklogo.com/images/Z/zscaler-logo-D039667E12-seeklogo.com.png (Zscaler logo image)
- https://bootflare.com/wp-content/uploads/2025/08/GitHub-Copilot-icon-Logo.png (GitHub Copilot icon image)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https://docs.github.com/en/copilot/reference/copilot-allowlist-reference (domains that must be reachable for Copilot)
- https://www.zscaler.com/resources/reference-architectures/tls-ssl-inspection-zscaler-internet-access.pdf (DLP relies on decryption; without inspection you are blind)
- https://seeklogo.com/images/Z/zscaler-logo-D039667E12-seeklogo.com.png (Zscaler logo image)
- https://bootflare.com/wp-content/uploads/2025/08/GitHub-Copilot-icon-Logo.png (GitHub Copilot icon image)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https://www.zscaler.com/blogs/company-news/making-case-inspecting-corporate-ssl-traffic (encrypted channels can circumvent DLP; interception needed)
- https://www.zscaler.com/resources/reference-architectures/tls-ssl-inspection-zscaler-internet-access.pdf (DLP and other controls rely on decryption/inspection)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https://docs.github.com/en/enterprise-cloud@latest/admin/configuring-settings/hardening-security-for-your-enterprise/restricting-access-to-githubcom-using-a-corporate-proxy (Enterprise access restrictions require break-and-inspect proxy + header injection; supported endpoints include github.com/*, api.github.com/*, *.githubcopilot.com)
- https://aws.amazon.com/blogs/machine-learning/securing-amazon-sagemaker-studio-internet-traffic-using-aws-network-firewall/ (domain/URL filtering, packet inspection, and monitoring patterns for SageMaker Studio internet traffic)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https://docs.github.com/en/copilot/reference/copilot-allowlist-reference (Copilot allowlist requirements)
- https://www.zscaler.com/resources/reference-architectures/tls-ssl-inspection-zscaler-internet-access.pdf (DLP relies on decryption/inspection)
- https://docs.github.com/en/enterprise-cloud@latest/admin/configuring-settings/hardening-security-for-your-enterprise/restricting-access-to-githubcom-using-a-corporate-proxy (enterprise access restrictions require break-and-inspect + header injection)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3" name="Image 0" descr="/mnt/data/sagema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09904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61447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SageMaker Studio</a:t>
            </a:r>
            <a:endParaRPr lang="en-US" sz="1400" dirty="0"/>
          </a:p>
        </p:txBody>
      </p:sp>
      <p:pic>
        <p:nvPicPr>
          <p:cNvPr id="5" name="Image 1" descr="/mnt/data/zscal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603504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0" y="61447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Zscaler Internet Access (ZIA)</a:t>
            </a:r>
            <a:endParaRPr lang="en-US" sz="1400" dirty="0"/>
          </a:p>
        </p:txBody>
      </p:sp>
      <p:pic>
        <p:nvPicPr>
          <p:cNvPr id="7" name="Image 2" descr="/mnt/data/copil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6122997"/>
            <a:ext cx="502920" cy="41844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0" y="6144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822960" y="14630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Egress vs DLP Risk</a:t>
            </a:r>
            <a:endParaRPr lang="en-US" sz="4400" dirty="0"/>
          </a:p>
        </p:txBody>
      </p:sp>
      <p:sp>
        <p:nvSpPr>
          <p:cNvPr id="10" name="Text 5"/>
          <p:cNvSpPr/>
          <p:nvPr/>
        </p:nvSpPr>
        <p:spPr>
          <a:xfrm>
            <a:off x="841248" y="24231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risk acknowledgement for SageMaker Studio (interactive) users running VS Code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841248" y="3017520"/>
            <a:ext cx="60350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41248" y="32461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tension: Required outbound HTTPS to GitHub/Copilot endpoints vs. data exfiltration exposure when traffic is not TLS-inspected.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10835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216152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Studio (interactive) users run VS Code with the GitHub Copilot extension. Copilot requires outbound HTTPS to specific GitHub and Copilot service domains.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514600"/>
            <a:ext cx="53035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0" y="2514600"/>
            <a:ext cx="53035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697480"/>
            <a:ext cx="4754880" cy="34747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6148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154680"/>
            <a:ext cx="4892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enable Copilot, the environment must allow outbound HTTPS to: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auth + 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Copilot inference endpoints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(Optionally) telemetry endpoints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0" y="2697480"/>
            <a:ext cx="4754880" cy="347472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76148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3154680"/>
            <a:ext cx="4892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Allowing domain-level access creates a DLP exposure: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 can authenticate with personal GitHub accounts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Code/data can be uploaded via GitHub web UI or 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Without TLS inspection, content-based DLP controls cannot reliably detect/stop uploads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server-side egress for SageMaker Studio (interactive) workloads via ZIA with domain-based policy (no TLS inspection).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Copilot connectivity requirements (domains)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1097280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2344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outbound HTTPS (TCP 443) destinations typically required for VS Code GitHub Copilot: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1042416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8562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80760" y="18562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2167128"/>
            <a:ext cx="10424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2768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github.com/login/*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80760" y="227685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2642616"/>
            <a:ext cx="10424160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7523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api.github.com/user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275234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User/session management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3118104"/>
            <a:ext cx="10424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2278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api.github.com/copilot_internal/*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32278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user management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" y="3593592"/>
            <a:ext cx="10424160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703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copilot-proxy.githubusercontent.com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3703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suggestions API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0120" y="4069080"/>
            <a:ext cx="10424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1788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origin-tracker.githubusercontent.com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41788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suggestions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0120" y="4544568"/>
            <a:ext cx="10424160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465429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*.githubcopilot.com/*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80760" y="465429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suggestions API (core)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5138928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required / optional (depends on org settings and features):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541324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copilot-telemetry.githubusercontent.com/telemetry  • collector.github.com/*  • default.exp-tas.com  • github.com/enterprises/&lt;ENTERPRISE&gt;/* (EMU only)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Your current allowlist (github.com, api.github.com, *.githubcopilot.com) is directionally correct but may be incomplete without the githubusercontent.com endpoints listed above.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egress pattern (what is being enabled)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10972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20240"/>
            <a:ext cx="3108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mnt/data/sagema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574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299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Studio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(Interactive)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26700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Copilot extension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43000" y="2971800"/>
            <a:ext cx="269748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303580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egress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920240"/>
            <a:ext cx="3108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/mnt/data/zscal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1488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 (proxy)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715000" y="24505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domain allowlist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inspection: OFF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46320" y="2971800"/>
            <a:ext cx="2743200" cy="347472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46320" y="30358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HTTPS passthrough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321040" y="1554480"/>
            <a:ext cx="2926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/mnt/data/copil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757470"/>
            <a:ext cx="457200" cy="38040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42832" y="166420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Copilot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endpoints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5820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api.github.com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*.githubcopilot.com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copilot-proxy.githubusercontent.com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origin-tracker.githubusercontent.com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60520" y="2395728"/>
            <a:ext cx="457200" cy="50292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818120" y="2395728"/>
            <a:ext cx="457200" cy="50292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5840" y="3977640"/>
            <a:ext cx="10332720" cy="2011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23444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implication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234440" y="4462272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Allowlisting these domains enables bidirectional encrypted sessions to GitHub. With no TLS inspection, the proxy cannot reliably identify or block sensitive content uploads (source code, datasets, credentials) to GitHub web/API endpoints.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risk: credible data exfiltration paths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548640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copi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49276"/>
            <a:ext cx="822960" cy="6847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28016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 paths enabled by domain allow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28800" y="1673352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github.com and api.github.com are reachable, users can authenticate and upload data using the web UI or APIs (repos, gists, issues, releases).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051560"/>
            <a:ext cx="548640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mnt/data/zscal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822960" cy="822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0" y="128016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 to stop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315200" y="1673352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TLS inspection disabled, the proxy typically cannot perform content-based DLP decisions on encrypted uploads (it only sees SNI / destination).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85800" y="3108960"/>
            <a:ext cx="109728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60120" y="32918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concrete examples (not hypothetical):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914400" y="3657600"/>
            <a:ext cx="525780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657600"/>
            <a:ext cx="525780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97280" y="373989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Personal GitHub repo / gist upload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143000" y="4206240"/>
            <a:ext cx="4800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signs in with a personal GitHub account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source code or data snippets from Studio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 a private repo or creates a gist over HTTPS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data leaves your controlled boundary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00800" y="3657600"/>
            <a:ext cx="525780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0" y="3657600"/>
            <a:ext cx="52578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83680" y="373989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API-based exfil (scripted)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629400" y="4206240"/>
            <a:ext cx="4800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generates a personal token (PAT) and uses api.github.com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repo, commits content, uploads artifacts/releases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encrypted and looks “normal” at the domain level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fast, automated, hard to detect without inspection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“domain allow + no TLS inspection” is a DLP control gap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10972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280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proxy can see (typically):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1645920"/>
            <a:ext cx="5303520" cy="150876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8288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Destination domain (SNI)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Port/protocol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Timing/volume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payload (code/data) unless decrypted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37960" y="1280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DLP decisions become coarse: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1645920"/>
            <a:ext cx="5120640" cy="15087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82880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Allow/deny only by domain/category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reliable detection of sensitive content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 ability to block uploads selectively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DLP exposure increases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3429000"/>
            <a:ext cx="106984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88720" y="361188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Zscaler guidance (paraphrased):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9776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Encrypted channels are used to bypass DLP controls and exfiltrate sensitive data.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 realize DLP and other security controls, TLS/SSL traffic must be decrypted and inspected.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49834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for this use case: if we allow github.com and api.github.com without decryption, we are explicitly accepting a residual risk that sensitive data could be uploaded undetected.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options (what actually changes the risk)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10972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371600"/>
            <a:ext cx="5303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554480"/>
            <a:ext cx="1874520" cy="347472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61848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HIGH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9385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Accept &amp; document residual risk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28600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domain allowlist and no TLS inspection. Add compensating controls (least privilege IAM, logging, user training). Fastest, highest residual DLP risk.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5303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1554480"/>
            <a:ext cx="1874520" cy="34747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61848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9385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TLS inspect only GitHub/Copilot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228600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decryption/inspection only for github.com / api.github.com / Copilot endpoints to allow content DLP and more granular policy. Higher operational overhead.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3931920"/>
            <a:ext cx="5303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43000" y="4114800"/>
            <a:ext cx="1874520" cy="34747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17880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control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44988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Enforce Enterprise Access Restrictions (EMU)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48463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using Enterprise Managed Users, configure proxy header injection to block personal accounts on github.com/api.github.com (requires “break and inspect” proxy).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3931920"/>
            <a:ext cx="5303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114800"/>
            <a:ext cx="1874520" cy="34747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17880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44988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Strengthen egress control/logging in AWS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9400" y="48463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managed firewalling and monitoring for Studio internet traffic (domain filtering, inspection, logging) via AWS Network Firewall + NAT patterns.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framing &amp; recommendation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10972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2344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accurate to state in your risk acknowledgement: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1645920"/>
            <a:ext cx="10698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87452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Copilot requires egress to GitHub/Copilot endpoints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(per GitHub allowlist docs).
</a:t>
            </a:r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Allowing github.com/api.github.com at domain level enables data uploads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(web + API), including with personal accounts.
</a:t>
            </a:r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With TLS inspection disabled, content-based DLP controls are materially weakened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sensitive payloads remain encrypted.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(pragmatic):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4206240"/>
            <a:ext cx="10698480" cy="2240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434840"/>
            <a:ext cx="10149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DLP is a hard requirement: implement TLS inspection for the GitHub/Copilot destinations (Option B) and, if feasible, enforce Enterprise Access Restrictions (Option C) to prevent personal account usage.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DLP is not a hard requirement: proceed with domain allowlist, but explicitly document the residual exfiltration risk and add compensating controls (least privilege, monitoring, and clear policy).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Generated by ChatGPT</dc:creator>
  <cp:lastModifiedBy>Generated by ChatGPT</cp:lastModifiedBy>
  <cp:revision>1</cp:revision>
  <dcterms:created xsi:type="dcterms:W3CDTF">2026-01-22T02:31:11Z</dcterms:created>
  <dcterms:modified xsi:type="dcterms:W3CDTF">2026-01-22T02:31:11Z</dcterms:modified>
</cp:coreProperties>
</file>